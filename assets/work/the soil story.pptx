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1879263" cy="118792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2" userDrawn="1">
          <p15:clr>
            <a:srgbClr val="A4A3A4"/>
          </p15:clr>
        </p15:guide>
        <p15:guide id="2" pos="37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49" d="100"/>
          <a:sy n="49" d="100"/>
        </p:scale>
        <p:origin x="1944" y="62"/>
      </p:cViewPr>
      <p:guideLst>
        <p:guide orient="horz" pos="3742"/>
        <p:guide pos="37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945" y="1944130"/>
            <a:ext cx="10097374" cy="4135743"/>
          </a:xfrm>
        </p:spPr>
        <p:txBody>
          <a:bodyPr anchor="b"/>
          <a:lstStyle>
            <a:lvl1pPr algn="ctr">
              <a:defRPr sz="77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6239364"/>
            <a:ext cx="8909447" cy="2868071"/>
          </a:xfrm>
        </p:spPr>
        <p:txBody>
          <a:bodyPr/>
          <a:lstStyle>
            <a:lvl1pPr marL="0" indent="0" algn="ctr">
              <a:buNone/>
              <a:defRPr sz="3118"/>
            </a:lvl1pPr>
            <a:lvl2pPr marL="593949" indent="0" algn="ctr">
              <a:buNone/>
              <a:defRPr sz="2598"/>
            </a:lvl2pPr>
            <a:lvl3pPr marL="1187897" indent="0" algn="ctr">
              <a:buNone/>
              <a:defRPr sz="2338"/>
            </a:lvl3pPr>
            <a:lvl4pPr marL="1781846" indent="0" algn="ctr">
              <a:buNone/>
              <a:defRPr sz="2079"/>
            </a:lvl4pPr>
            <a:lvl5pPr marL="2375794" indent="0" algn="ctr">
              <a:buNone/>
              <a:defRPr sz="2079"/>
            </a:lvl5pPr>
            <a:lvl6pPr marL="2969743" indent="0" algn="ctr">
              <a:buNone/>
              <a:defRPr sz="2079"/>
            </a:lvl6pPr>
            <a:lvl7pPr marL="3563691" indent="0" algn="ctr">
              <a:buNone/>
              <a:defRPr sz="2079"/>
            </a:lvl7pPr>
            <a:lvl8pPr marL="4157640" indent="0" algn="ctr">
              <a:buNone/>
              <a:defRPr sz="2079"/>
            </a:lvl8pPr>
            <a:lvl9pPr marL="4751588" indent="0" algn="ctr">
              <a:buNone/>
              <a:defRPr sz="207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49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15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3" y="2961570"/>
            <a:ext cx="10245864" cy="4941443"/>
          </a:xfrm>
        </p:spPr>
        <p:txBody>
          <a:bodyPr anchor="b"/>
          <a:lstStyle>
            <a:lvl1pPr>
              <a:defRPr sz="77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3" y="7949760"/>
            <a:ext cx="10245864" cy="2598588"/>
          </a:xfrm>
        </p:spPr>
        <p:txBody>
          <a:bodyPr/>
          <a:lstStyle>
            <a:lvl1pPr marL="0" indent="0">
              <a:buNone/>
              <a:defRPr sz="3118">
                <a:solidFill>
                  <a:schemeClr val="tx1"/>
                </a:solidFill>
              </a:defRPr>
            </a:lvl1pPr>
            <a:lvl2pPr marL="593949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2pPr>
            <a:lvl3pPr marL="1187897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3pPr>
            <a:lvl4pPr marL="1781846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4pPr>
            <a:lvl5pPr marL="2375794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5pPr>
            <a:lvl6pPr marL="2969743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6pPr>
            <a:lvl7pPr marL="356369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7pPr>
            <a:lvl8pPr marL="4157640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8pPr>
            <a:lvl9pPr marL="4751588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40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3162304"/>
            <a:ext cx="5048687" cy="75372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3162304"/>
            <a:ext cx="5048687" cy="753728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0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632464"/>
            <a:ext cx="10245864" cy="229610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8" y="2912070"/>
            <a:ext cx="5025484" cy="142716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8" y="4339231"/>
            <a:ext cx="5025484" cy="638235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8" y="2912070"/>
            <a:ext cx="5050234" cy="1427161"/>
          </a:xfrm>
        </p:spPr>
        <p:txBody>
          <a:bodyPr anchor="b"/>
          <a:lstStyle>
            <a:lvl1pPr marL="0" indent="0">
              <a:buNone/>
              <a:defRPr sz="3118" b="1"/>
            </a:lvl1pPr>
            <a:lvl2pPr marL="593949" indent="0">
              <a:buNone/>
              <a:defRPr sz="2598" b="1"/>
            </a:lvl2pPr>
            <a:lvl3pPr marL="1187897" indent="0">
              <a:buNone/>
              <a:defRPr sz="2338" b="1"/>
            </a:lvl3pPr>
            <a:lvl4pPr marL="1781846" indent="0">
              <a:buNone/>
              <a:defRPr sz="2079" b="1"/>
            </a:lvl4pPr>
            <a:lvl5pPr marL="2375794" indent="0">
              <a:buNone/>
              <a:defRPr sz="2079" b="1"/>
            </a:lvl5pPr>
            <a:lvl6pPr marL="2969743" indent="0">
              <a:buNone/>
              <a:defRPr sz="2079" b="1"/>
            </a:lvl6pPr>
            <a:lvl7pPr marL="3563691" indent="0">
              <a:buNone/>
              <a:defRPr sz="2079" b="1"/>
            </a:lvl7pPr>
            <a:lvl8pPr marL="4157640" indent="0">
              <a:buNone/>
              <a:defRPr sz="2079" b="1"/>
            </a:lvl8pPr>
            <a:lvl9pPr marL="4751588" indent="0">
              <a:buNone/>
              <a:defRPr sz="2079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8" y="4339231"/>
            <a:ext cx="5050234" cy="638235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6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9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7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791951"/>
            <a:ext cx="3831372" cy="2771828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1710397"/>
            <a:ext cx="6013877" cy="8441976"/>
          </a:xfrm>
        </p:spPr>
        <p:txBody>
          <a:bodyPr/>
          <a:lstStyle>
            <a:lvl1pPr>
              <a:defRPr sz="4157"/>
            </a:lvl1pPr>
            <a:lvl2pPr>
              <a:defRPr sz="3637"/>
            </a:lvl2pPr>
            <a:lvl3pPr>
              <a:defRPr sz="3118"/>
            </a:lvl3pPr>
            <a:lvl4pPr>
              <a:defRPr sz="2598"/>
            </a:lvl4pPr>
            <a:lvl5pPr>
              <a:defRPr sz="2598"/>
            </a:lvl5pPr>
            <a:lvl6pPr>
              <a:defRPr sz="2598"/>
            </a:lvl6pPr>
            <a:lvl7pPr>
              <a:defRPr sz="2598"/>
            </a:lvl7pPr>
            <a:lvl8pPr>
              <a:defRPr sz="2598"/>
            </a:lvl8pPr>
            <a:lvl9pPr>
              <a:defRPr sz="259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3563779"/>
            <a:ext cx="3831372" cy="6602341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49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6" y="791951"/>
            <a:ext cx="3831372" cy="2771828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1710397"/>
            <a:ext cx="6013877" cy="8441976"/>
          </a:xfrm>
        </p:spPr>
        <p:txBody>
          <a:bodyPr anchor="t"/>
          <a:lstStyle>
            <a:lvl1pPr marL="0" indent="0">
              <a:buNone/>
              <a:defRPr sz="4157"/>
            </a:lvl1pPr>
            <a:lvl2pPr marL="593949" indent="0">
              <a:buNone/>
              <a:defRPr sz="3637"/>
            </a:lvl2pPr>
            <a:lvl3pPr marL="1187897" indent="0">
              <a:buNone/>
              <a:defRPr sz="3118"/>
            </a:lvl3pPr>
            <a:lvl4pPr marL="1781846" indent="0">
              <a:buNone/>
              <a:defRPr sz="2598"/>
            </a:lvl4pPr>
            <a:lvl5pPr marL="2375794" indent="0">
              <a:buNone/>
              <a:defRPr sz="2598"/>
            </a:lvl5pPr>
            <a:lvl6pPr marL="2969743" indent="0">
              <a:buNone/>
              <a:defRPr sz="2598"/>
            </a:lvl6pPr>
            <a:lvl7pPr marL="3563691" indent="0">
              <a:buNone/>
              <a:defRPr sz="2598"/>
            </a:lvl7pPr>
            <a:lvl8pPr marL="4157640" indent="0">
              <a:buNone/>
              <a:defRPr sz="2598"/>
            </a:lvl8pPr>
            <a:lvl9pPr marL="4751588" indent="0">
              <a:buNone/>
              <a:defRPr sz="2598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6" y="3563779"/>
            <a:ext cx="3831372" cy="6602341"/>
          </a:xfrm>
        </p:spPr>
        <p:txBody>
          <a:bodyPr/>
          <a:lstStyle>
            <a:lvl1pPr marL="0" indent="0">
              <a:buNone/>
              <a:defRPr sz="2079"/>
            </a:lvl1pPr>
            <a:lvl2pPr marL="593949" indent="0">
              <a:buNone/>
              <a:defRPr sz="1819"/>
            </a:lvl2pPr>
            <a:lvl3pPr marL="1187897" indent="0">
              <a:buNone/>
              <a:defRPr sz="1559"/>
            </a:lvl3pPr>
            <a:lvl4pPr marL="1781846" indent="0">
              <a:buNone/>
              <a:defRPr sz="1299"/>
            </a:lvl4pPr>
            <a:lvl5pPr marL="2375794" indent="0">
              <a:buNone/>
              <a:defRPr sz="1299"/>
            </a:lvl5pPr>
            <a:lvl6pPr marL="2969743" indent="0">
              <a:buNone/>
              <a:defRPr sz="1299"/>
            </a:lvl6pPr>
            <a:lvl7pPr marL="3563691" indent="0">
              <a:buNone/>
              <a:defRPr sz="1299"/>
            </a:lvl7pPr>
            <a:lvl8pPr marL="4157640" indent="0">
              <a:buNone/>
              <a:defRPr sz="1299"/>
            </a:lvl8pPr>
            <a:lvl9pPr marL="4751588" indent="0">
              <a:buNone/>
              <a:defRPr sz="1299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0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5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632461"/>
            <a:ext cx="2561466" cy="1006712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632461"/>
            <a:ext cx="7535907" cy="1006712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5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632464"/>
            <a:ext cx="10245864" cy="2296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3162304"/>
            <a:ext cx="10245864" cy="753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11010319"/>
            <a:ext cx="2672834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1EC15-2AC7-4456-B839-C0FBE334582C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11010319"/>
            <a:ext cx="4009251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11010319"/>
            <a:ext cx="2672834" cy="63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A4246-200E-4323-BB77-741DA7E48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17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87897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74" indent="-296974" algn="l" defTabSz="118789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7" kern="1200">
          <a:solidFill>
            <a:schemeClr val="tx1"/>
          </a:solidFill>
          <a:latin typeface="+mn-lt"/>
          <a:ea typeface="+mn-ea"/>
          <a:cs typeface="+mn-cs"/>
        </a:defRPr>
      </a:lvl1pPr>
      <a:lvl2pPr marL="890923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871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820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768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717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665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614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562" indent="-296974" algn="l" defTabSz="1187897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49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897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846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794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743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691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640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588" algn="l" defTabSz="1187897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691" y="-169777"/>
            <a:ext cx="12158231" cy="1222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4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156" y="-263470"/>
            <a:ext cx="11921419" cy="12142733"/>
          </a:xfrm>
          <a:prstGeom prst="rect">
            <a:avLst/>
          </a:prstGeom>
        </p:spPr>
      </p:pic>
      <p:pic>
        <p:nvPicPr>
          <p:cNvPr id="5" name="Revised 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04479" y="1074839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4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Office PowerPoint</Application>
  <PresentationFormat>Custom</PresentationFormat>
  <Paragraphs>0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</cp:revision>
  <dcterms:created xsi:type="dcterms:W3CDTF">2023-09-27T08:56:34Z</dcterms:created>
  <dcterms:modified xsi:type="dcterms:W3CDTF">2023-09-27T09:03:19Z</dcterms:modified>
</cp:coreProperties>
</file>