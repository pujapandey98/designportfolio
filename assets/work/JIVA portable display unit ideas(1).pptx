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0" r:id="rId4"/>
    <p:sldId id="262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3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26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45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0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91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6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69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2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95CAE-70DC-457C-920E-E3F8358E7C49}" type="datetimeFigureOut">
              <a:rPr lang="en-IN" smtClean="0"/>
              <a:t>26-07-2023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AA267-7943-43E5-B25C-5593241D2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4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535" y="3074124"/>
            <a:ext cx="9144000" cy="670969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Optima" pitchFamily="2" charset="0"/>
              </a:rPr>
              <a:t>JIVA portable display unit ideas</a:t>
            </a:r>
            <a:endParaRPr lang="en-IN" sz="3600" dirty="0">
              <a:latin typeface="Opt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3" t="14361" r="32884" b="18694"/>
          <a:stretch/>
        </p:blipFill>
        <p:spPr>
          <a:xfrm>
            <a:off x="2743200" y="2085974"/>
            <a:ext cx="1838325" cy="454342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2" t="32134" r="36073" b="6755"/>
          <a:stretch/>
        </p:blipFill>
        <p:spPr>
          <a:xfrm>
            <a:off x="4720044" y="2214162"/>
            <a:ext cx="3840481" cy="428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3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2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0" r="12783"/>
          <a:stretch/>
        </p:blipFill>
        <p:spPr>
          <a:xfrm>
            <a:off x="4429125" y="146952"/>
            <a:ext cx="5364481" cy="68297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3" t="14361" r="32884" b="18694"/>
          <a:stretch/>
        </p:blipFill>
        <p:spPr>
          <a:xfrm>
            <a:off x="2743200" y="2085974"/>
            <a:ext cx="1838325" cy="45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2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75" y="85725"/>
            <a:ext cx="6680835" cy="66808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3" t="14361" r="32884" b="18694"/>
          <a:stretch/>
        </p:blipFill>
        <p:spPr>
          <a:xfrm>
            <a:off x="5676901" y="2886074"/>
            <a:ext cx="1106078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0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63" y="558872"/>
            <a:ext cx="10058400" cy="597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6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348342"/>
            <a:ext cx="6318069" cy="63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9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Optima</vt:lpstr>
      <vt:lpstr>Office Theme</vt:lpstr>
      <vt:lpstr>JIVA portable display unit ideas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JIVA portable display unit ideas</dc:title>
  <dc:creator>Supriyo</dc:creator>
  <cp:lastModifiedBy>Supriyo</cp:lastModifiedBy>
  <cp:revision>8</cp:revision>
  <dcterms:created xsi:type="dcterms:W3CDTF">2023-07-19T08:38:37Z</dcterms:created>
  <dcterms:modified xsi:type="dcterms:W3CDTF">2023-07-26T10:34:30Z</dcterms:modified>
</cp:coreProperties>
</file>