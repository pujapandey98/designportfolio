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9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3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2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0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97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93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6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0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12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7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181AC-7487-4EE3-8BD4-9223569CC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EBA2B-BA00-43AA-B74B-73E16AA7B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29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06" y="305525"/>
            <a:ext cx="9208226" cy="613881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858104" y="3183140"/>
            <a:ext cx="1628502" cy="383586"/>
          </a:xfrm>
        </p:spPr>
        <p:txBody>
          <a:bodyPr>
            <a:normAutofit fontScale="90000"/>
          </a:bodyPr>
          <a:lstStyle/>
          <a:p>
            <a:r>
              <a:rPr lang="en-GB" sz="2000" dirty="0" smtClean="0"/>
              <a:t>Workspace</a:t>
            </a:r>
            <a:br>
              <a:rPr lang="en-GB" sz="2000" dirty="0" smtClean="0"/>
            </a:br>
            <a:r>
              <a:rPr lang="en-GB" sz="2000" dirty="0" smtClean="0"/>
              <a:t>branding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5417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" y="387531"/>
            <a:ext cx="8366034" cy="627452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9744893" y="3270226"/>
            <a:ext cx="1628502" cy="383586"/>
          </a:xfrm>
        </p:spPr>
        <p:txBody>
          <a:bodyPr>
            <a:normAutofit fontScale="90000"/>
          </a:bodyPr>
          <a:lstStyle/>
          <a:p>
            <a:r>
              <a:rPr lang="en-GB" sz="2000" dirty="0" smtClean="0"/>
              <a:t>Pathway</a:t>
            </a:r>
            <a:br>
              <a:rPr lang="en-GB" sz="2000" dirty="0" smtClean="0"/>
            </a:br>
            <a:r>
              <a:rPr lang="en-GB" sz="2000" dirty="0" smtClean="0"/>
              <a:t>Branding</a:t>
            </a:r>
            <a:endParaRPr lang="en-IN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3" y="322217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79" y="396241"/>
            <a:ext cx="8191863" cy="614389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9744893" y="3270226"/>
            <a:ext cx="1628502" cy="383586"/>
          </a:xfrm>
        </p:spPr>
        <p:txBody>
          <a:bodyPr>
            <a:normAutofit fontScale="90000"/>
          </a:bodyPr>
          <a:lstStyle/>
          <a:p>
            <a:r>
              <a:rPr lang="en-GB" sz="2000" dirty="0" smtClean="0"/>
              <a:t>Pathway</a:t>
            </a:r>
            <a:br>
              <a:rPr lang="en-GB" sz="2000" dirty="0" smtClean="0"/>
            </a:br>
            <a:r>
              <a:rPr lang="en-GB" sz="2000" dirty="0" smtClean="0"/>
              <a:t>Branding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5250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6" y="187235"/>
            <a:ext cx="8551816" cy="641386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744893" y="2917371"/>
            <a:ext cx="1628502" cy="736441"/>
          </a:xfrm>
        </p:spPr>
        <p:txBody>
          <a:bodyPr>
            <a:normAutofit/>
          </a:bodyPr>
          <a:lstStyle/>
          <a:p>
            <a:r>
              <a:rPr lang="en-GB" sz="2000" dirty="0" smtClean="0"/>
              <a:t>Dining space</a:t>
            </a:r>
            <a:br>
              <a:rPr lang="en-GB" sz="2000" dirty="0" smtClean="0"/>
            </a:br>
            <a:r>
              <a:rPr lang="en-GB" sz="2000" dirty="0" smtClean="0"/>
              <a:t>Branding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013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Workspace branding</vt:lpstr>
      <vt:lpstr>Pathway Branding</vt:lpstr>
      <vt:lpstr>Pathway Branding</vt:lpstr>
      <vt:lpstr>Dining space Branding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Supriyo</dc:creator>
  <cp:lastModifiedBy>HP</cp:lastModifiedBy>
  <cp:revision>4</cp:revision>
  <dcterms:created xsi:type="dcterms:W3CDTF">2024-06-26T13:01:48Z</dcterms:created>
  <dcterms:modified xsi:type="dcterms:W3CDTF">2025-09-04T09:15:35Z</dcterms:modified>
</cp:coreProperties>
</file>